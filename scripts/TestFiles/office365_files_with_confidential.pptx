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1ACD6-E139-3FFA-3DF3-F3A776EAB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F175B7-4ABC-F16E-4521-07A1081221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5AF4D-8C99-DD2F-D60F-9A27A5312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E12B2-B5E9-43F1-A583-5DEE191833A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6718E7-361C-97EA-2AD7-7BD0E1EC3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694E8-4CE3-BD49-542A-3FCE8CB48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FA5F5-469E-4301-B37D-5D6ADA3EA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003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CCA92-3540-DAEF-3442-12CA14626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DBBEB-7EB8-D3B9-1867-049CC0A88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9D498-264C-9C7B-5F58-DB7784257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E12B2-B5E9-43F1-A583-5DEE191833A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A69855-B62F-A990-33BD-D11A221EA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9DC00-86C9-D848-9605-2CC9EAC65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FA5F5-469E-4301-B37D-5D6ADA3EA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367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B254E-13B5-52C3-7E2C-458C05AF3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7C3F67-2103-B697-B634-CA7F2E088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475F1-557A-0479-0F73-07C7E0111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E12B2-B5E9-43F1-A583-5DEE191833A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FF51F-E054-0339-0076-33E462349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C0FA8-2E61-82EB-077D-C5502462D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FA5F5-469E-4301-B37D-5D6ADA3EA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556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9C0E4-1F08-1FBF-F1AB-340B7E214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7C7C6-44D7-65C4-4E0F-53216C5109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ADE880-F9D1-EEAE-F0B6-13F1CA3D2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BFC15D-4481-E191-8E00-E806C3403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E12B2-B5E9-43F1-A583-5DEE191833A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5BAAC-3D60-B529-EC56-E43849F7B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A7CB26-BE54-589C-553D-229D5BF87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FA5F5-469E-4301-B37D-5D6ADA3EA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423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C5FA5-19A0-1BB0-17F0-99DCD53C4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627CA4-FC09-C1CB-4542-5D237BBCE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7762D3-5A81-4345-3C9D-03A7D084A5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DA1A22-B160-0507-CF40-B5483A4D7D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427D55-A180-994B-D723-0E3485C580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9F6321-0AD2-5384-DA85-B1CCD6D37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E12B2-B5E9-43F1-A583-5DEE191833A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E6CFB1-1F5F-910F-21A9-D8E3D8552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D6B192-DF53-790D-EE25-517442012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FA5F5-469E-4301-B37D-5D6ADA3EA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786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8CC1B-46EC-5CDA-C47C-22E93B9D3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95E1DC-72F1-8B47-962B-1FCC7A548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E12B2-B5E9-43F1-A583-5DEE191833A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A70685-7A2B-43E8-B642-2A8A7097A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1BB876-A7C7-7A00-0E59-BA9694A71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FA5F5-469E-4301-B37D-5D6ADA3EA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229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44E3DE-5130-5B66-8857-1EC30901D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E12B2-B5E9-43F1-A583-5DEE191833A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56CC8C-0089-4F31-E36B-28DAF665E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841EB-2587-252C-99FC-6E19D19E5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FA5F5-469E-4301-B37D-5D6ADA3EA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83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8CE91-34AE-D210-556D-223D2F8D4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EA17A-87B0-224C-5BB0-13273CA2F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3494B7-A4F7-5DAF-F50F-BF19A705FC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D80F42-D0A6-1FAF-08B6-52354E14C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E12B2-B5E9-43F1-A583-5DEE191833A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DBAF06-DF87-83C9-5C47-9E484E87F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A82FCA-59FC-98B1-CD9A-82198D031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FA5F5-469E-4301-B37D-5D6ADA3EA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186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C90A6-1C00-D603-347E-FD9479F18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1AA49D-3196-3CC3-F9BC-F962D36C1E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70D2E4-8202-4461-B3C6-B7E2953F5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E10A28-CF26-C969-4E37-474B64228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E12B2-B5E9-43F1-A583-5DEE191833A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EFADAC-7048-FFC3-D13C-2B8FBD385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75F9DB-440D-43A7-F7E4-C212EC57B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FA5F5-469E-4301-B37D-5D6ADA3EA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132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2645F-868D-1EFE-FCA6-8AD89EE40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C8B980-6911-B235-BB11-D5E32A838D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9C406-48B4-7467-C00F-FD1370956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E12B2-B5E9-43F1-A583-5DEE191833A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00724-708E-B1E1-E42A-92BFC3DAD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0E10E-BE03-1FA4-C615-623586A59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FA5F5-469E-4301-B37D-5D6ADA3EA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925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5DC088-D472-C6AB-E087-3D03089D62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B98DEA-8BE1-EC37-0FCA-BC7F63D2CB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A7172-9D6D-0E53-8767-27AC61A26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E12B2-B5E9-43F1-A583-5DEE191833A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5913B-FDAC-EF16-15DE-532A2EEBC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F3C78-2325-33AD-31EC-5101146D4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FA5F5-469E-4301-B37D-5D6ADA3EA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239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EA93CA-EE55-2CD5-6E22-37EF6C969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649EA5-1350-3EA8-AE16-E6D116F09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94F95-FBA4-6A33-CEEF-C380628ED6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5E12B2-B5E9-43F1-A583-5DEE191833A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C453C-E045-9647-9220-CE6689F7DE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5B72A-494C-FCD0-0088-E83212B1A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6FA5F5-469E-4301-B37D-5D6ADA3EA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203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DBC2-275F-C102-E3F6-2429066D99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dkjsdfkjlsd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CA8FAE-5A45-F777-7D8D-C94EAAD2DE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089831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E208C-E047-1D27-C9F9-8E74E6D04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90838-5E59-5C93-1D91-9F3BA7642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sdfsdfsdf</a:t>
            </a:r>
          </a:p>
          <a:p>
            <a:r>
              <a:rPr lang="en-US" dirty="0"/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675559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dkjsdfkjlsd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葫芦 -</dc:creator>
  <cp:lastModifiedBy>葫芦 -</cp:lastModifiedBy>
  <cp:revision>1</cp:revision>
  <dcterms:created xsi:type="dcterms:W3CDTF">2026-03-24T15:57:33Z</dcterms:created>
  <dcterms:modified xsi:type="dcterms:W3CDTF">2026-03-24T15:58:44Z</dcterms:modified>
</cp:coreProperties>
</file>